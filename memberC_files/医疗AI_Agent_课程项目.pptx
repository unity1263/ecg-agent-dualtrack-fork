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rial"/>
              </a:defRPr>
            </a:pPr>
            <a:r>
              <a:t>🏥 医疗 AI Agent 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ECF0F1"/>
                </a:solidFill>
                <a:latin typeface="Arial"/>
              </a:defRPr>
            </a:pPr>
            <a:r>
              <a:t>心电图解读 &amp; 心血管临床决策支持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A9D8F"/>
                </a:solidFill>
                <a:latin typeface="Arial"/>
              </a:defRPr>
            </a:pPr>
            <a:r>
              <a:t>AI Agent 课程大作业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474720"/>
            <a:ext cx="27432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CF0F1"/>
                </a:solidFill>
                <a:latin typeface="Arial"/>
              </a:defRPr>
            </a:pPr>
            <a:r>
              <a:t>Member A · Member B · Member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303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CF0F1"/>
                </a:solidFill>
                <a:latin typeface="Arial"/>
              </a:defRPr>
            </a:pPr>
            <a: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📋 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1. 项目背景与目标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2. 系统架构总览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3. 三管道评测设计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4. 成员 A — RAG 知识检索库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5. 成员 B — 医学模型微调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6. 成员 C — Agent 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t>7. 评测方法论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8. 评测结果与分析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212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9. Web Demo 演示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212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10. 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🎯 项目背景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🔍 RAG 路线 — 检索增强生成</a:t>
            </a:r>
            <a:br/>
            <a:br/>
            <a:r>
              <a:t>• FAISS 语义检索 + 78K 语料</a:t>
            </a:r>
            <a:br/>
            <a:r>
              <a:t>• 运行时获取外部知识</a:t>
            </a:r>
            <a:br/>
            <a:r>
              <a:t>• 知识可随时更新</a:t>
            </a:r>
            <a:br/>
            <a:r>
              <a:t>• 依赖检索质量</a:t>
            </a:r>
            <a:br/>
            <a:br/>
            <a:r>
              <a:t>📌 "模型 + 知识库"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🧠 SFT 路线 — 监督微调</a:t>
            </a:r>
            <a:br/>
            <a:br/>
            <a:r>
              <a:t>• DeepSeek-1.5B + QLoRA</a:t>
            </a:r>
            <a:br/>
            <a:r>
              <a:t>• 10K 医疗 QA 训练</a:t>
            </a:r>
            <a:br/>
            <a:r>
              <a:t>• 知识内化到模型参数</a:t>
            </a:r>
            <a:br/>
            <a:r>
              <a:t>• 推理快、省资源</a:t>
            </a:r>
            <a:br/>
            <a:br/>
            <a:r>
              <a:t>📌 "小模型 + 领域知识"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53035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A9D8F"/>
                </a:solidFill>
                <a:latin typeface="Arial"/>
              </a:defRPr>
            </a:pPr>
            <a:r>
              <a:t>核心问题：在垂直医疗领域，RAG 和 SFT 哪个更优？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🏗 系统架构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onsolas"/>
              </a:defRPr>
            </a:pPr>
            <a:r>
              <a:t>用户提问 (Web / CLI)</a:t>
            </a:r>
            <a:br/>
            <a:r>
              <a:t>       │</a:t>
            </a:r>
            <a:br/>
            <a:r>
              <a:t>       ▼</a:t>
            </a:r>
            <a:br/>
            <a:r>
              <a:t>┌─────────────────────────┐</a:t>
            </a:r>
            <a:br/>
            <a:r>
              <a:t>│   🎯 MedicalAgentRunner │  ◄── 统一调度入口</a:t>
            </a:r>
            <a:br/>
            <a:r>
              <a:t>└──┬──────────┬────────┬──┘</a:t>
            </a:r>
            <a:br/>
            <a:r>
              <a:t>   │          │        │</a:t>
            </a:r>
            <a:br/>
            <a:r>
              <a:t>   ▼          ▼        ▼</a:t>
            </a:r>
            <a:br/>
            <a:r>
              <a:t>┌──────┐ ┌─────┐ ┌──────┐</a:t>
            </a:r>
            <a:br/>
            <a:r>
              <a:t>│🔴RAG │ │🔵SFT│ │🟢HBD │</a:t>
            </a:r>
            <a:br/>
            <a:r>
              <a:t>│1.5B  │ │1.5B │ │1.5B  │</a:t>
            </a:r>
            <a:br/>
            <a:r>
              <a:t>│+检索 │ │微调 │ │+RAG  │</a:t>
            </a:r>
            <a:br/>
            <a:r>
              <a:t>└──┬───┘ └──┬──┘ └──┬───┘</a:t>
            </a:r>
            <a:br/>
            <a:r>
              <a:t>   │        │       │</a:t>
            </a:r>
            <a:br/>
            <a:r>
              <a:t>   ▼        ▼       ▼</a:t>
            </a:r>
            <a:br/>
            <a:r>
              <a:t>┌─────────────────────────┐</a:t>
            </a:r>
            <a:br/>
            <a:r>
              <a:t>│  📊 RAGAS 评测框架       │</a:t>
            </a:r>
            <a:br/>
            <a:r>
              <a:t>│ Faithfulness + Relevancy │</a:t>
            </a:r>
            <a:br/>
            <a:r>
              <a:t>└─────────────────────────┘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🔬 三管道对比设计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4572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🔴 Pure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🔵 Pure SFT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🟢 Hybrid Agent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1.5B base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1.5B QLoRA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1.5B QLoRA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知识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FAISS 检索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模型权重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权重 + 检索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固定工作流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直接推理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CodeAgent 编排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显存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~4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~2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~4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0.5s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⚡ 0.15s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0.8s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比喻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开卷考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闭卷考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查小抄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📦 成员 A — RAG 知识检索库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语料规模: 78,136 条医疗 QA 对（6 大医学领域）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嵌入模型: BAAI/bge-m3（1024 维多语言向量）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索引算法: FAISS IVF-Flat（近似最近邻搜索，&lt; 1s）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8327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最优参数 — chunk_size=512, overlap=50, top_k=3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023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消融实验 F1 = 0.8628 | Hit Rate = 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涵盖: 基础心脏病学 · 跨模态ECG · 复杂疾病 · 风险评估 · 临床对话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🧪 成员 B — QLoRA 微调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参数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值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基座模型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DeepSeek-R1-Distill-Qwen-1.5B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微调方法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4-bit QLoRA (NF4 + Double Quant)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训练数据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10,000 条医学 QA（含 2,000 CoT）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训练峰值显存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仅 5.59 GB！（8GB 消费卡可训练）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LoRA 权重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~71 MB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LoRA 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r=16, alpha=32, 8-bit AdamW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🤖 成员 C — Agent 架构与评测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Agent 系统 (~800 行): tools.py + agent_core.py + build_index.py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RAG 检索工具 + 模型推理工具 — 懒加载，smolagents 兼容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三管道: PureRAGPipeline / PureSFTPipeline / HybridAgentPipeline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8327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Hybrid Agent 基于 smolagents CodeAgent，自主决策检索/推理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023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评测框架: test_dataset.py → run_evaluation.py → analyze_results.py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Gradio Web Demo — 中文界面 + GPU 真机推理 + 三模式切换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📊 评测方法论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A9D8F"/>
                </a:solidFill>
                <a:latin typeface="Arial"/>
              </a:defRPr>
            </a:pPr>
            <a:r>
              <a:t>第一步: 测试集准备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78K 语料 → MD5 去重（排 SFT 训练集） → 6 领域分层抽样 → 150 条未参练测试题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A9D8F"/>
                </a:solidFill>
                <a:latin typeface="Arial"/>
              </a:defRPr>
            </a:pPr>
            <a:r>
              <a:t>第二步: RAGAS 双指标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Faithfulness（忠实度）: 答案能否从上下文推断？→ 防止编造</a:t>
            </a:r>
            <a:br/>
            <a:r>
              <a:t>Answer Relevancy（相关性）: 答案是否切题？→ 防止跑题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A9D8F"/>
                </a:solidFill>
                <a:latin typeface="Arial"/>
              </a:defRPr>
            </a:pPr>
            <a:r>
              <a:t>第三步: 评测流程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937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同一问题 → 三管道并行推理 → 统一 RAGAS 打分 → 记录耗时</a:t>
            </a:r>
            <a:br/>
            <a:r>
              <a:t>支持 GPU 真机 / CPU demo 双模式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📊 评测结果对比（150 条测试集）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4572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管道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Faithfulness ↓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Answer Relevancy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🔴 Pure RAG (1.5B + 检索)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0.5888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0.8914 🥇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0.50s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🔵 Pure SFT (微调 1.5B)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0.8644 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0.8812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0.15s 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🟢 Hybrid Agent (1.5B + RAG)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0.6120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0.8422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0.80s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🔍 关键发现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9D8F"/>
                </a:solidFill>
                <a:latin typeface="Arial"/>
              </a:defRPr>
            </a:pPr>
            <a:r>
              <a:t>🥇 发现 1: 微调完胜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Pure SFT Faithfulness 0.8644 vs RAG 0.5888</a:t>
            </a:r>
            <a:br/>
            <a:r>
              <a:t>忠实度领先 46.8%，知识"内化"比"检索"更可靠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9D8F"/>
                </a:solidFill>
                <a:latin typeface="Arial"/>
              </a:defRPr>
            </a:pPr>
            <a:r>
              <a:t>🥈 发现 2: 相关性旗鼓相当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RAG Relevancy 0.8914 vs SFT 0.8812</a:t>
            </a:r>
            <a:br/>
            <a:r>
              <a:t>差距仅 1.1%，微调小模型理解能力接近大模型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9D8F"/>
                </a:solidFill>
                <a:latin typeface="Arial"/>
              </a:defRPr>
            </a:pPr>
            <a:r>
              <a:t>🥉 发现 3: Hybrid 未达预期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12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理应最强，实际 Faithfulness 仅 0.612</a:t>
            </a:r>
            <a:br/>
            <a:r>
              <a:t>Agent 编排引入不确定性，检索-推理协调待优化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🌐 Web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🖥 简洁中文界面 — Gradio 交互式 Web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🚀 GPU 真机推理 — DeepSeek-1.5B + LoRA + RTX 3060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📚 RAG 增强 — FAISS 检索 78K 医疗文献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8327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🔄 三模式切换 — 混合智能体 / 纯SFT / 纯RAG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023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📊 评测数据展示 — RAGAS 指标内嵌页面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▸ 🔗 访问地址: http://localhost:7860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💡 总结与展望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t>1. 小模型微调 &gt; 大模型检索 — Faithfulness 高 46.8%，速度快 3.3×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t>2. QLoRA 极低显存 — 训练仅需 5.6GB，8GB 消费卡即可训练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t>3. 评测方法论可复用 — 去重→分层抽样→三管道→RAGAS→可视化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A9D8F"/>
                </a:solidFill>
                <a:latin typeface="Arial"/>
              </a:defRPr>
            </a:pPr>
            <a:r>
              <a:t>未来方向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▸ 🔬 更大规模 CoT 微调数据 + 更大模型 (7B QLoRA)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▸ 🧩 多模态 — ECG 图像 + 文本联合诊断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▸ 🏥 真实临床场景验证 + 监管审批路径探索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Arial"/>
              </a:defRPr>
            </a:pPr>
            <a:r>
              <a:t>🙏 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F0F1"/>
                </a:solidFill>
                <a:latin typeface="Arial"/>
              </a:defRPr>
            </a:pPr>
            <a:r>
              <a:t>欢迎提问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840480"/>
            <a:ext cx="484632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CF0F1"/>
                </a:solidFill>
                <a:latin typeface="Arial"/>
              </a:defRPr>
            </a:pPr>
            <a:r>
              <a:t>📂 GitHub: ECG-Agent-DualTrack</a:t>
            </a:r>
            <a:br/>
            <a:r>
              <a:t>📄 架构文档: ARCHITECTURE.md</a:t>
            </a:r>
            <a:br/>
            <a:r>
              <a:t>📝 终期报告: memberC_files/FINAL_REPORT.md</a:t>
            </a:r>
            <a:br/>
            <a:r>
              <a:t>🎤 演讲稿: memberC_files/演讲稿.md</a:t>
            </a:r>
            <a:br/>
            <a:r>
              <a:t>🌐 Demo: http://localhost:7860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